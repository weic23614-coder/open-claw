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2004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274320"/>
            <a:ext cx="2286000" cy="228600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457200"/>
            <a:ext cx="1645920" cy="164592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抖音电商增长全攻略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2FF"/>
                </a:solidFill>
              </a:rPr>
              <a:t>千川投流  星图合作  达人与医生资源开发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54864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8"/>
                </a:solidFill>
              </a:rPr>
              <a:t>适用场景：医药电商平台  |  适合人群：运营负责人 / 商务团队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2026  内部参考资料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CONFIDENTIAL  仅供内部使用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目录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66928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千川投流基础与核心逻辑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5669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30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医药类目投流策略与注意事项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566928" cy="5669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437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3522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星图合作模式全解析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48456"/>
            <a:ext cx="566928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4845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398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达人分层与选人策略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53128"/>
            <a:ext cx="566928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531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445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如何联系医生与达人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57800"/>
            <a:ext cx="566928" cy="5669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整体增长策略三步走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千川投流  基础与核心逻辑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5303520" cy="1298448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什么是千川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巨量千川是抖音电商官方付费推广平台
专为直播带货/短视频商品设计
核心作用：给内容买流量，让生意快速跑量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70432"/>
            <a:ext cx="5788152" cy="1298448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16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核心投放逻辑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81912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ROI目标 → 系统自动出价 → 跑量找人群
→ 积累模型 → 稳定放量
前3天为冷启动期，ROI偏低属正常现象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三大投放形式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3657600" cy="1627632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3657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821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直播间投流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2102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给直播间买实时流量
适合大促冲量、新号起号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063240"/>
            <a:ext cx="3657600" cy="1627632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3063240"/>
            <a:ext cx="36576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1821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96"/>
                </a:solidFill>
              </a:rPr>
              <a:t>短视频投流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62102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为商品视频买曝光和点击
爆款素材快速放量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063240"/>
            <a:ext cx="3657600" cy="1627632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3063240"/>
            <a:ext cx="365760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31821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</a:rPr>
              <a:t>商品卡投流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362102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推搜索场景商品卡
精准品类词抢量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28032"/>
            <a:ext cx="11430000" cy="138988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73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出价建议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30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新计划建议选择自动出价+GPM目标模式，填入目标ROI，系统自动优化
单计划初始预算200-500元/天，跑出稳定ROI后再逐步加量
素材是核心竞争力：场景化素材（如上班族护肝）CTR比纯品展示高3-5倍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医药类目千川投流  注意事项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182880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资质要求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0136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处方药/OTC乙类需上传
药品经营许可证
平台严格审核，缺失直接拒投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577840" cy="182880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1828800"/>
          </a:xfrm>
          <a:prstGeom prst="rect">
            <a:avLst/>
          </a:prstGeom>
          <a:solidFill>
            <a:srgbClr val="FF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3716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56B"/>
                </a:solidFill>
              </a:rPr>
              <a:t>违禁表述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不得出现：
治愈、根治、疗效显著
最XX、第一、绝对等极端词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27832"/>
            <a:ext cx="5577840" cy="182880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27832"/>
            <a:ext cx="73152" cy="1828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364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合规表述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可以使用：
有助于 / 支持 / 辅助
科普性说明+提示就医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27832"/>
            <a:ext cx="5577840" cy="182880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27832"/>
            <a:ext cx="73152" cy="1828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364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预算策略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7947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小预算测试后跑出ROI
单计划200-500元/天起
稳定后再逐步加量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21808"/>
            <a:ext cx="11430000" cy="1207008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21808"/>
            <a:ext cx="73152" cy="1207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重要提醒：医药类目是高风险类目，一旦违规轻则下架计划，重则封号
建议在投放前让法务/合规团队过审所有素材和落地页文案后再上线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抖音星图  合作模式全解析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82296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星图是什么？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抖音官方达人商单撮合平台，品牌方付钱给达人拍视频/直播带货，有合同保障、数据透明、纠纷有平台介入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四种合作模式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2743200" cy="26060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33472"/>
            <a:ext cx="27432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纯佣金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按GMV抽佣
通常10-30%
零现金风险
头部达人不接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633472"/>
            <a:ext cx="2743200" cy="26060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2633472"/>
            <a:ext cx="27432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761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固定坑位费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200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一次性付费
保曝光不保销量
适合品牌种草
头部效果可期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2633472"/>
            <a:ext cx="2743200" cy="26060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2633472"/>
            <a:ext cx="274320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761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坑位费+佣金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200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主流合作模式
双方共担风险
性价比均衡
最易成交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4" y="2633472"/>
            <a:ext cx="2743200" cy="26060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2633472"/>
            <a:ext cx="2743200" cy="64008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2761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70D6"/>
                </a:solidFill>
              </a:rPr>
              <a:t>CPS专项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200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纯效果付费
适合中长尾批量
规模化铺量
低风险高覆盖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医药电商推荐策略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424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建议以坑位费+佣金为主要谈判模式，先用小坑位费测试达人转化能力，跑出数据后转为CPS批量复制扩量。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达人分层  选人策略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16152"/>
            <a:ext cx="10881360" cy="457200"/>
          </a:xfrm>
          <a:prstGeom prst="rect">
            <a:avLst/>
          </a:prstGeom>
          <a:solidFill>
            <a:srgbClr val="0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层级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粉丝量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61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典型报价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适用目标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优先级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19072"/>
            <a:ext cx="10881360" cy="612648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105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头部达人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810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100万+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10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5-50万/条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品牌曝光、大促节点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8105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★★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77439"/>
            <a:ext cx="10881360" cy="612648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10-100万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4688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5k-5万/条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稳定转化，ROI可期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46887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35808"/>
            <a:ext cx="10881360" cy="612648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272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尾部素人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1-10万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1272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500-3k/条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1272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批量铺量，快速试品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127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858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医药类目推荐垂类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15968"/>
            <a:ext cx="3566160" cy="16916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315968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434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健康科普类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646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医生账号、健康博主
专业度高，用户信任度强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315968"/>
            <a:ext cx="3566160" cy="16916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4315968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434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中老年生活类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8646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保健品核心受众
互动率高，购买力强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315968"/>
            <a:ext cx="3566160" cy="169164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4315968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4434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宝妈家庭健康类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8646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儿科用药、营养品
精准受众，决策快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如何联系医生与达人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16152"/>
            <a:ext cx="2743200" cy="233172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27432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渠道一
星图平台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官方首选
登录星图→达人广场
筛选医疗健康类达人
发合作邀约，有合同保障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216152"/>
            <a:ext cx="2743200" cy="233172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216152"/>
            <a:ext cx="27432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3350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渠道二
蝉妈妈飞瓜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92024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选人神器
搜关键词如心脑血管医生
看GMV/粉丝画像/带货数据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216152"/>
            <a:ext cx="2743200" cy="233172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216152"/>
            <a:ext cx="274320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3350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渠道三
直接私信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92024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适合腰部以下
粉丝量小于50万时高效
快速触达，灵活谈判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216152"/>
            <a:ext cx="2743200" cy="233172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216152"/>
            <a:ext cx="2743200" cy="64008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33502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0D6"/>
                </a:solidFill>
              </a:rPr>
              <a:t>渠道四
MCN机构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2024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批量签约
健康类MCN一次获多个达人
适合规模化铺量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7589520" cy="2542032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73152" cy="2542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307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私信话术模板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33087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您好，我是[公司]商务负责人，我们是[平台名]医药电商品牌
看到您在[健康方向]的内容非常专业，想邀请您合作推广[产品名]
提供[坑位费/纯佣/样品]，方便聊一下合作细节吗？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749039" cy="2542032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73152" cy="2542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7307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医生达人特别注意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要求提供执业医师证核实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53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优先选蓝V认证医生账号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946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内容只做科普，不做诊断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3400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合同写明标注广告的义务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733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发布前保留内容审核权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整体增长策略  三步走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58768" y="2176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3520440" cy="498348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16152"/>
            <a:ext cx="352044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1005840" cy="457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FF"/>
                </a:solidFill>
              </a:rPr>
              <a:t>内容基建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50592"/>
            <a:ext cx="3200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签约3-5名医生达人
长期输出健康科普内容
建立品牌专业度和用户信任
目标：积累自然流量与粉丝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230368"/>
            <a:ext cx="3200400" cy="53035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24865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内容 → 蓄水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176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9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216152"/>
            <a:ext cx="3520440" cy="498348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216152"/>
            <a:ext cx="352044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353312"/>
            <a:ext cx="100584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53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STEP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01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96"/>
                </a:solidFill>
              </a:rPr>
              <a:t>达人带货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50592"/>
            <a:ext cx="3200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通过星图批量合作腰部达人
测试不同品类的转化ROI
找到高效品类和达人类型
目标：稳定GMV增长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5230368"/>
            <a:ext cx="3200400" cy="53035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24865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96"/>
                </a:solidFill>
              </a:rPr>
              <a:t>星图 → 转化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216152"/>
            <a:ext cx="3520440" cy="4983480"/>
          </a:xfrm>
          <a:prstGeom prst="rect">
            <a:avLst/>
          </a:prstGeom>
          <a:solidFill>
            <a:srgbClr val="14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216152"/>
            <a:ext cx="352044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353312"/>
            <a:ext cx="10058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353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STEP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01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千川放量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450592"/>
            <a:ext cx="3200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将高ROI达人视频用作千川素材
自动出价加跑量模型
规模化复制成功打法
目标：最大化GMV规模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5230368"/>
            <a:ext cx="3200400" cy="53035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524865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千川 → 放量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53328"/>
            <a:ext cx="11430000" cy="594360"/>
          </a:xfrm>
          <a:prstGeom prst="rect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0990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核心认知：内容是根基，达人是杠杆，千川是放大器。三者缺一，增长难以持续。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457200"/>
            <a:ext cx="4389120" cy="59436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914400"/>
            <a:ext cx="3474720" cy="502920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C2FF"/>
                </a:solidFill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33472"/>
            <a:ext cx="45720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96"/>
                </a:solidFill>
              </a:rPr>
              <a:t>欢迎讨论  提问  补充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8"/>
                </a:solidFill>
              </a:rPr>
              <a:t>核心要点回顾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965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千川投流 = 给内容买流量，素材是核心竞争力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970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星图合作 = 官方撮合，坑位费加佣金是主流模式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8289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达人选人 = 腰部达人性价比最高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760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医生达人 = 专业背书，合规永远第一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三步走 = 内容基建→达人带货→千川放量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